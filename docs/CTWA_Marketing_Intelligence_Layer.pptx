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400800" cy="6400800"/>
          </a:xfrm>
          <a:prstGeom prst="ellipse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2B8AC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6AM COHORT · MARKETING INTELLIGENCE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CTWA Marketing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Layer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conversations + Meta ad data → a scoreboard and a next-campaign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at the campaign, ad set, and ad level.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457200" cy="41148"/>
          </a:xfrm>
          <a:prstGeom prst="rect">
            <a:avLst/>
          </a:prstGeom>
          <a:solidFill>
            <a:srgbClr val="12B8A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Abdou   ·   Continuous-learning system: static skeleton, retrained predictors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scoreboard, three nested levels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Pre-Ramadan Bundle Promo — the campaign, its 2 ad sets, and their 3 ads, exactly as the current pipeline scored them.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063240"/>
                <a:gridCol w="685800"/>
                <a:gridCol w="685800"/>
                <a:gridCol w="960120"/>
                <a:gridCol w="4434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(short)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CAMPAIGN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Pre-Ramadan Bundle Promo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here argues for a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└ Ad set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audience bundle interested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the spend as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└ Ad set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Lookalike past bundle buyers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the spend as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 └ 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bundle creative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the spend as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 └ 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LAL bundle 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 sales, not proven yet — worth 10% to find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 └ 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LAL bundle refresh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the spend as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highlighted = the one row given a real test budget — the other five hold at “no change” because the evidence isn’t there yet.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54406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1B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60527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own row shape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"id", "score", "action", "bucket", "why" }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inside every row above — plus budget share and a plain-language reasoning sentence, which is what this table adds beyond the minimum.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CODE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repo, bottom to top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below is a real file. Arrows point the direction data actually flows: raw JSON in at the bottom, a Streamlit page out at the top.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4892040"/>
          </a:xfrm>
          <a:prstGeom prst="roundRect">
            <a:avLst>
              <a:gd name="adj" fmla="val 1121"/>
            </a:avLst>
          </a:prstGeom>
          <a:solidFill>
            <a:srgbClr val="1E1B2E"/>
          </a:solidFill>
          <a:ln w="12700">
            <a:solidFill>
              <a:srgbClr val="3732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4241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            app.py                          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Streamlit UI (2 pages: Scoreboard+Plan, Numbers)     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src/reporting.py  --  OUTPUT LAYER  --  write_csv/plan 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src/pipeline.py  --  ORCHESTRATION  --  wires it all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+------------------+   +------------------+   +------------------+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src/reasoning/   |   |  src/decision/   |   |  src/auditing/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llm/reasoning/    |   |  outcome_decision |   |     audit.py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hypothesis.py    |   |  guardrails/action |   |   findings.py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text only --      |   |  allocation.py    |   |  decision vs.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never decides     |   |  explore_selection |   |  money mismatch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+------------------+   +------------------+   +------------------+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src/scoring/  --  classifier / amounts / aggregator / corrector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src/ingestion/  --  conversation_loader / meta_loader / joiner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^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data/  --  conversations, meta, products          |</a:t>
            </a:r>
            <a:endParaRPr lang="en-US" sz="900" dirty="0"/>
          </a:p>
          <a:p>
            <a:pPr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D8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+----------------------------------------------------------------------+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— turning raw JSON into typed objects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floor: everything downstream trusts these shapes. Reads conversations.json, meta_data.json, products.json.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conversation_loader.py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conversations.json into a Conversation dataclass, validating every enum (outcome.type, source.platform) against a fixed allowlist — a typo in the data fails loudly here, not silently three layers downstream.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meta_loader.py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meta_data.json into Campaign / Adset / Ad / Creative / DailyInsight dataclasses. insights_by_ad() groups the ~1,243 daily rows per ad — this is what the fatigue guardrail later reads.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join_conversations_to_meta(): conv.source.ad_id → ad → adset → campaign. Splits conversations into scoreable (has ad metadata), organic_or_direct (no ad id, filtered by config, never scored), and unmatched_ctwa (ad id points nowhere — logged, not silently dropped).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joiner.py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group_by_level(): one single pass over the joined list groups conversations by ad id, adset id, and campaign id at once — scoring and revenue used to each re-walk this list with a near-identical loop; now there's one place it happens.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B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IDs are opaque here on. ctwa_clid, source_url, conv.id are never used as features — only as labels to join and to report back.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— from a chat to a calibrated probability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joined conversation into a success/fail label, then a Beta-Binomial posterior shrunk toward its parent.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classify(): success = net revenue &gt;= the smallest real product price. amounts.py works out net revenue per outcome.type (delivered counts, refunded/cancelled don't). stuck_pending/active/adversarial → None, excluded — not a failure, just unresolved.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aggregator.py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raw_rates(): folds classify() over every level's conversations into RawCounts(successes, failures, n, excluded, raw_rate) — the plain, un-shrunk average, before any statistics happens.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corrector.py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compute_posterior(): Beta-Binomial shrinkage — a child's raw rate is pulled toward its parent's rate, harder when n is small. score = alpha_post / (alpha_post+beta_post); a 90% credible interval comes for free from the same posterior.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corrector.py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estimate_prior_strength(): self-fits how hard to shrink, per level, per run — method-of-moments on the between-group variance left over once expected sampling noise is subtracted out. This is the one number in scoring that moves as more data arrives — the "dynamic muscle."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B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calibration matters here: score is what "70% confidence" is built from — get this wrong and every downstream number is wrong.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— score to action to budget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questions, three separate files: is it good enough to act on, does Meta's own data veto it, how much money does it get.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outcome_decision.py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decide(): scale if P(better than baseline) &gt;= threshold, kill if P(worse) &gt;= threshold, else hold — but only once n &gt;= MIN_N_FOR_ACTION. Below that, one flipped outcome could swing the call however confident the posterior math looks, so n is the honest gate, not precision.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is_fatigued() / is_underperforming(): frequency + CTR-drop, and CPA vs. baseline, computed straight from Meta's daily insights. action.py: resolve_action() can only ever push a scale down to hold — never upgrade or create a scale/kill. One-directional by design.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build_allocation_plan(): confidence x shrunk-ROAS weighted split of the exploit share across every scale candidate; kill candidates get nothing; everything else — untested holds, fatigue-vetoed and CPA-vetoed scales — becomes one explore pool.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explore_selection.py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that whole pool once (UCB-style: interval upper bound x ROAS), caps at MAX_EXPLORE_TESTS (~2-3), drops anything that can't resolve inside the horizon via stop_rules.py, and fills any leftover slot from new_tests.py's never-run pairings.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B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70/30 split, three funded outcomes: exploit gets the main budget, explore gets a slot + hypothesis + stop rule, kill and everyone else get nothing.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— the LLM writes, it never decides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action, bucket, and the 70/30 split are all finished before this layer ever runs. It only puts them into words.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 — DecisionFacts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dataclass a prompt is allowed to see: level, id, score, action, bucket, the raw evidence counts, guardrail flags. No message text, no ids-as-features, no raw data reaches the model — only what the pipeline already computed.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one-sentence "reasoning" column per row — the merchant-facing why, in plain language, translating internal bucket names (exploit/explore) into phrases a merchant actually understands.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build_hypotheses() rewrites the explore rows' hypothesis/stop_rule in plain language; rewrite_proposed() does the same for never-run test proposals — a separate prompt, since a proposal has no DecisionFacts shape (nothing has run yet to compute facts from).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 — fallback + cache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(no key, no network, rate limit) falls back to a deterministic template — the pipeline always produces its column, fully offline if needed. Generations are cached by a hash of (task, facts, model): unchanged data reuses its sentence, which is what makes this layer reproducible.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B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limitation, stated plainly in the write-up: nothing independently verifies the sentence's wording against the facts beside it — only the numbers in "why" are guaranteed safe.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— where the decision and the money disagree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never feeds a decision — that boundary is the point. This layer only checks the finished decision against it, after the fact.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spend / revenue / orders / ROAS per level from Meta insights and order line items — kept completely separate from scoring, so a decision can be inspected against money without ever having been made from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findings.py — flag_findings()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against the SAME finished rows the scoreboard shows (not a rebuilt copy — an earlier version drifted out of sync the moment the corrector started self-fitting its prior): funded-to-scale-but-losing-money, marked-to-stop-but-still-profitable, and a top earner that isn't being scaled.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findings.py — quartile cut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of your better earners" uses a distribution-based cut (top quartile of this run's own ROAS values), not a fixed number — the old rule fired on anything above the median, which is half the population by construction.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— “Worth a second look”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surface as their own page in the app: not errors, just a signal that the score (how often a chat ends in a sale) and the money (how much each sale is worth) are pointing different directions — worth a human's eyes.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LAYER BY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&amp; Output — one run, two artifacts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wires every layer above into a single run; reporting.py and app.py are what that run produces.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__main__ script: load → join → score → decide/allocate → attach_reasoning() per level → rewrite_proposed() for never-run tests → flag_findings() → write. Nothing computes a number here — it only calls, in order, what every layer above already built.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219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write_csv(): one flat row per id, campaign/adset/ad together, for spreadsheet use. write_plan(): the same data nested by level as JSON (outputs/plan_*.json) — the shape app.py actually reads.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73152" cy="1600200"/>
          </a:xfrm>
          <a:prstGeom prst="round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— Scoreboard page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per level: id, score, action, bucket, why, budget share, and the reasoning sentence, sourced straight from plan_*.json. Click a row for the un-truncated detail — interval, hypothesis, stop rule, held-back warnings.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5F5FA"/>
          </a:solidFill>
          <a:ln w="12700">
            <a:solidFill>
              <a:srgbClr val="E3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520440"/>
            <a:ext cx="73152" cy="1600200"/>
          </a:xfrm>
          <a:prstGeom prst="roundRect">
            <a:avLst/>
          </a:prstGeom>
          <a:solidFill>
            <a:srgbClr val="12B8A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B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— Numbers page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935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80"/>
              </a:lnSpc>
              <a:buNone/>
            </a:pPr>
            <a:r>
              <a:rPr lang="en-US" sz="1050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/ revenue / ROAS / orders, split onto its own page on purpose — a merchant reading the scoreboard is reading a recommendation, not an accounting sheet, and mixing the two makes both harder to read.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B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8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throughout: config.yaml holds every threshold (fatigue, CPA, min_n, exploit/explore split) — nothing is a hardcoded literal buried in a function.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THEN VS.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5: the first working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straight, one-directional line — no Meta data used anywhere in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only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186940" y="243230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9" name="Shape 7"/>
          <p:cNvSpPr/>
          <p:nvPr/>
        </p:nvSpPr>
        <p:spPr>
          <a:xfrm>
            <a:off x="25069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67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+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167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success/fail, raw rates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053840" y="243230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38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36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836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posteriors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20740" y="243230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07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05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505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hold / kill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87640" y="243230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76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174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/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174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70/30 split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654540" y="243230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25" name="Shape 23"/>
          <p:cNvSpPr/>
          <p:nvPr/>
        </p:nvSpPr>
        <p:spPr>
          <a:xfrm>
            <a:off x="9974580" y="1828800"/>
            <a:ext cx="1546860" cy="1371600"/>
          </a:xfrm>
          <a:prstGeom prst="roundRect">
            <a:avLst>
              <a:gd name="adj" fmla="val 4667"/>
            </a:avLst>
          </a:prstGeom>
          <a:solidFill>
            <a:srgbClr val="6C5CE7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84308" y="1938528"/>
            <a:ext cx="1327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084308" y="2816352"/>
            <a:ext cx="13274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outputs/scoreboard_v1.csv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didn't have yet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10881360" cy="914400"/>
        </p:xfrm>
        <a:graphic>
          <a:graphicData uri="http://schemas.openxmlformats.org/drawingml/2006/table">
            <a:tbl>
              <a:tblPr/>
              <a:tblGrid>
                <a:gridCol w="10881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No revenue, spend, or ROAS anywhere — decisions were made on chat outcomes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C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No Meta-side guardrails — no fatigue check, no CPA check, nothing could hold back a bad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C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TOTAL_BUDGET was a hardcoded constant (10000.0), not derived from anything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C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No reasoning layer — no LLM, no plain-language why, hypothesis, or stop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C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2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Kill candidates were mislabeled bucket="exploit" in the output — a real bug, not a design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THEN VS.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left-to-right spine, plus two things Meta data can now do — feed money into the audit, and hold back a scale it never gets to create.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920240" cy="1325880"/>
          </a:xfrm>
          <a:prstGeom prst="roundRect">
            <a:avLst>
              <a:gd name="adj" fmla="val 4828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1635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+ meta_data + products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560320" y="245516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9" name="Shape 7"/>
          <p:cNvSpPr/>
          <p:nvPr/>
        </p:nvSpPr>
        <p:spPr>
          <a:xfrm>
            <a:off x="2880360" y="1874520"/>
            <a:ext cx="1920240" cy="1325880"/>
          </a:xfrm>
          <a:prstGeom prst="roundRect">
            <a:avLst>
              <a:gd name="adj" fmla="val 4828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0088" y="19842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990088" y="281635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→ aggregate → shrink (self-fit prior)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800600" y="245516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874520"/>
            <a:ext cx="1920240" cy="1325880"/>
          </a:xfrm>
          <a:prstGeom prst="roundRect">
            <a:avLst>
              <a:gd name="adj" fmla="val 4828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30368" y="19842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281635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→ guardrails → allocate 70/30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040880" y="245516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0920" y="1874520"/>
            <a:ext cx="1920240" cy="1325880"/>
          </a:xfrm>
          <a:prstGeom prst="roundRect">
            <a:avLst>
              <a:gd name="adj" fmla="val 4828"/>
            </a:avLst>
          </a:prstGeom>
          <a:solidFill>
            <a:srgbClr val="F1F0FA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0648" y="19842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B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70648" y="281635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writes, never decides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9281160" y="2455164"/>
            <a:ext cx="320040" cy="164592"/>
          </a:xfrm>
          <a:prstGeom prst="rightArrow">
            <a:avLst/>
          </a:prstGeom>
          <a:solidFill>
            <a:srgbClr val="B9B6CC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1874520"/>
            <a:ext cx="1920240" cy="1325880"/>
          </a:xfrm>
          <a:prstGeom prst="roundRect">
            <a:avLst>
              <a:gd name="adj" fmla="val 4828"/>
            </a:avLst>
          </a:prstGeom>
          <a:solidFill>
            <a:srgbClr val="6C5CE7"/>
          </a:solidFill>
          <a:ln w="15875">
            <a:solidFill>
              <a:srgbClr val="E3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10928" y="19842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OUTPUT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281635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3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→ CSV + plan JSON → app.py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517136" y="3520440"/>
            <a:ext cx="2084832" cy="685800"/>
          </a:xfrm>
          <a:prstGeom prst="roundRect">
            <a:avLst>
              <a:gd name="adj" fmla="val 8000"/>
            </a:avLst>
          </a:prstGeom>
          <a:solidFill>
            <a:srgbClr val="EAF7F4"/>
          </a:solidFill>
          <a:ln w="12700">
            <a:solidFill>
              <a:srgbClr val="12B8A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3712" y="3575304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0D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DAILY INSIGHTS</a:t>
            </a:r>
            <a:endParaRPr lang="en-US" sz="88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0D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+ CPA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31536" y="3209544"/>
            <a:ext cx="182880" cy="310896"/>
          </a:xfrm>
          <a:prstGeom prst="upArrow">
            <a:avLst/>
          </a:prstGeom>
          <a:solidFill>
            <a:srgbClr val="12B8AC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0" y="3520440"/>
            <a:ext cx="2084832" cy="685800"/>
          </a:xfrm>
          <a:prstGeom prst="roundRect">
            <a:avLst>
              <a:gd name="adj" fmla="val 8000"/>
            </a:avLst>
          </a:prstGeom>
          <a:solidFill>
            <a:srgbClr val="EAF7F4"/>
          </a:solidFill>
          <a:ln w="12700">
            <a:solidFill>
              <a:srgbClr val="12B8A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23376" y="3575304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0D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LAYER</a:t>
            </a:r>
            <a:endParaRPr lang="en-US" sz="88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80" b="1" dirty="0">
                <a:solidFill>
                  <a:srgbClr val="0D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/ revenue / ROAS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601200" y="3209544"/>
            <a:ext cx="182880" cy="310896"/>
          </a:xfrm>
          <a:prstGeom prst="upArrow">
            <a:avLst/>
          </a:prstGeom>
          <a:solidFill>
            <a:srgbClr val="12B8A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Up-arrows only — Meta / money data can push a scale down to hold, or surface a disagreement to review. It can never upgrade a call or create a scale/kill on its own.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 since Milestone 5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193792"/>
          <a:ext cx="10881360" cy="914400"/>
        </p:xfrm>
        <a:graphic>
          <a:graphicData uri="http://schemas.openxmlformats.org/drawingml/2006/table">
            <a:tbl>
              <a:tblPr/>
              <a:tblGrid>
                <a:gridCol w="10881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A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Beta-Binomial shrinkage with a self-fitting prior strength (moves as more cycles of data arrive)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A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Fatigue + CPA guardrails, one-directional (scale → hold only), plus spend/revenue/ROAS in the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A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An LLM reasoning layer, boundaried by DecisionFacts, cached, with a deterministic offline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9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A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budget_share, why, reasoning, hypothesis, stop_rule all in the row — 10 → 15 CSV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9F1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MILESTONE 5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v1: what the first pipeline actually shipped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outputs/scoreboard_v1.csv — Pre-Ramadan Bundle Promo, same rows as the next slide, so the two read side by side by eye.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837944"/>
                <a:gridCol w="1837944"/>
                <a:gridCol w="1837944"/>
                <a:gridCol w="1837944"/>
                <a:gridCol w="183794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…220003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…240005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…240006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…210009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976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297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raw_rate vs. score: shrinkage pulls small-sample rates toward their parent — …210009 at 0.800 raw becomes 0.652 corrected. Compare row by row with the current run on the next slide.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CURRENT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run: the same campaign, today's pipeline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Pre-Ramadan Bundle Promo — the exact same 6 ids as the v1 slide before it, same order, same columns.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837944"/>
                <a:gridCol w="1837944"/>
                <a:gridCol w="1837944"/>
                <a:gridCol w="1837944"/>
                <a:gridCol w="183794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…220003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…240005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…240006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…210009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…210010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976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4297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6 ids, same raw_rate — but score and bucket shift: …210009 moves from a plain hold in v1 to a funded explore test now, and every score is pulled slightly differently by the self-fit shrinkage prior.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2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THEN VS.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→ current: what actually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1B2E"/>
          </a:solidFill>
          <a:ln w="12700">
            <a:solidFill>
              <a:srgbClr val="3732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→ 15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B7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columns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4992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1B2E"/>
          </a:solidFill>
          <a:ln w="12700">
            <a:solidFill>
              <a:srgbClr val="373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4813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→ 38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B7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9904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1B2E"/>
          </a:solidFill>
          <a:ln w="12700">
            <a:solidFill>
              <a:srgbClr val="3732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9904" y="14813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27064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B7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14816" y="13716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1B2E"/>
          </a:solidFill>
          <a:ln w="12700">
            <a:solidFill>
              <a:srgbClr val="37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14816" y="14813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B7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fields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B7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(spend/revenue/ROAS)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flipped decision, same id — adset …240002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46120"/>
          <a:ext cx="10149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05840"/>
                <a:gridCol w="1005840"/>
                <a:gridCol w="109728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7B4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A3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4.5, CTR down 75% vs first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140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0080" y="48006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 set, more days of Meta data since v1: fatigue crossed the guardrail threshold, so the same evidence that once said "scale" now gets held back into a funded test instead — the guardrail can only ever downgrade, never invent, a call.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new: a plain-language reasoning sentence and budget_share on every row · a self-fitting shrinkage prior instead of a fixed constant · findings.py flagging where decision and money disagree.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2026-09-07T15:06:45Z</dcterms:created>
  <dcterms:modified xsi:type="dcterms:W3CDTF">2026-09-07T15:06:45Z</dcterms:modified>
</cp:coreProperties>
</file>